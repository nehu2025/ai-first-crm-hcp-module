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20"/>
    <p:sldId id="274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QMS Module in Life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Name: Neha Nema</a:t>
            </a:r>
            <a:endParaRPr lang="en-US" altLang="en-GB"/>
          </a:p>
          <a:p>
            <a:r>
              <a:rPr lang="en-US" altLang="en-GB"/>
              <a:t>Role: Candidate</a:t>
            </a:r>
            <a:endParaRPr lang="en-US" altLang="en-GB"/>
          </a:p>
          <a:p>
            <a:r>
              <a:rPr lang="en-US" altLang="en-GB"/>
              <a:t>Topic: Quality Management System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QMS = Quality Management System</a:t>
            </a:r>
          </a:p>
          <a:p>
            <a:r>
              <a:t>Ensures product safety and quality</a:t>
            </a:r>
          </a:p>
          <a:p>
            <a:r>
              <a:t>Used in life science companies</a:t>
            </a:r>
          </a:p>
          <a:p>
            <a:r>
              <a:rPr lang="en-US" altLang="en-GB"/>
              <a:t>Helps fix and prevent problems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QMS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In-Process Quality</a:t>
            </a:r>
          </a:p>
          <a:p>
            <a:r>
              <a:t>In-Product Quality</a:t>
            </a:r>
          </a:p>
          <a:p>
            <a:r>
              <a:t>QMS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In-Process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Happens during production</a:t>
            </a:r>
          </a:p>
          <a:p>
            <a:r>
              <a:t>Deviation</a:t>
            </a:r>
          </a:p>
          <a:p>
            <a:r>
              <a:t>CAPA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Something goes wrong</a:t>
            </a:r>
          </a:p>
          <a:p>
            <a:r>
              <a:t>Example: machine error, temperature issue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Corrective Action = fix problem</a:t>
            </a:r>
          </a:p>
          <a:p>
            <a:r>
              <a:t>Preventive Action = stop future problem</a:t>
            </a:r>
          </a:p>
          <a:p>
            <a:r>
              <a:rPr lang="en-US" altLang="en-GB"/>
              <a:t>Example:</a:t>
            </a:r>
            <a:r>
              <a:rPr lang="en-GB" altLang="en-US"/>
              <a:t> </a:t>
            </a:r>
            <a:r>
              <a:rPr lang="en-US" altLang="en-GB"/>
              <a:t>Repair machine</a:t>
            </a:r>
            <a:r>
              <a:rPr lang="en-GB" altLang="en-US"/>
              <a:t>,</a:t>
            </a:r>
            <a:r>
              <a:rPr lang="en-US" altLang="en-GB"/>
              <a:t>Train workers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In-Product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product is ready</a:t>
            </a:r>
          </a:p>
          <a:p>
            <a:r>
              <a:t>Complaint</a:t>
            </a:r>
          </a:p>
          <a:p>
            <a:r>
              <a:t>Recall</a:t>
            </a:r>
          </a:p>
          <a:p>
            <a:r>
              <a:t>Adverse 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Complaint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feedback</a:t>
            </a:r>
          </a:p>
          <a:p>
            <a:r>
              <a:t>Example: medicine not working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bad product from market</a:t>
            </a:r>
          </a:p>
          <a:p>
            <a:r>
              <a:t>Protect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Adverse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 effects</a:t>
            </a:r>
          </a:p>
          <a:p>
            <a:r>
              <a:t>Example: patient feels sick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supplier quality</a:t>
            </a:r>
          </a:p>
          <a:p>
            <a:r>
              <a:t>Ensure good raw materials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quality issue</a:t>
            </a:r>
          </a:p>
          <a:p>
            <a:r>
              <a:t>Deviation</a:t>
            </a:r>
          </a:p>
          <a:p>
            <a:r>
              <a:t>CAPA</a:t>
            </a:r>
          </a:p>
          <a:p>
            <a:r>
              <a:t>Fix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Material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material</a:t>
            </a:r>
          </a:p>
          <a:p>
            <a:r>
              <a:t>Supplier check</a:t>
            </a:r>
          </a:p>
          <a:p>
            <a:r>
              <a:t>Replace material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Officer: check quality</a:t>
            </a:r>
          </a:p>
          <a:p>
            <a:r>
              <a:t>Production Manager: manage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Problem → Deviation → CAPA → Solution → Record</a:t>
            </a:r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 FLOWCHARTS</a:t>
            </a:r>
            <a:r>
              <a:rPr lang="en-GB" altLang="en-US">
                <a:sym typeface="+mn-ea"/>
              </a:rPr>
              <a:t>: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GB">
                <a:sym typeface="+mn-ea"/>
              </a:rPr>
              <a:t>1</a:t>
            </a:r>
            <a:r>
              <a:rPr lang="en-US" altLang="en-US">
                <a:sym typeface="+mn-ea"/>
              </a:rPr>
              <a:t>️⃣</a:t>
            </a:r>
            <a:r>
              <a:rPr lang="en-US" altLang="en-GB">
                <a:sym typeface="+mn-ea"/>
              </a:rPr>
              <a:t> Basic Flowchart</a:t>
            </a:r>
            <a:r>
              <a:rPr lang="en-GB" altLang="en-US">
                <a:sym typeface="+mn-ea"/>
              </a:rPr>
              <a:t>:</a:t>
            </a:r>
            <a:endParaRPr lang="en-GB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</a:t>
            </a:r>
            <a:r>
              <a:rPr lang="en-US" altLang="en-GB">
                <a:sym typeface="+mn-ea"/>
              </a:rPr>
              <a:t>Problem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 </a:t>
            </a:r>
            <a:r>
              <a:rPr lang="en-GB" altLang="en-US">
                <a:sym typeface="+mn-ea"/>
              </a:rPr>
              <a:t>                             </a:t>
            </a:r>
            <a:r>
              <a:rPr lang="en-US" altLang="en-US">
                <a:sym typeface="+mn-ea"/>
              </a:rPr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</a:t>
            </a:r>
            <a:r>
              <a:rPr lang="en-US" altLang="en-GB">
                <a:sym typeface="+mn-ea"/>
              </a:rPr>
              <a:t>Deviation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 </a:t>
            </a:r>
            <a:r>
              <a:rPr lang="en-GB" altLang="en-US">
                <a:sym typeface="+mn-ea"/>
              </a:rPr>
              <a:t>                              </a:t>
            </a:r>
            <a:r>
              <a:rPr lang="en-US" altLang="en-US">
                <a:sym typeface="+mn-ea"/>
              </a:rPr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  </a:t>
            </a:r>
            <a:r>
              <a:rPr lang="en-US" altLang="en-GB">
                <a:sym typeface="+mn-ea"/>
              </a:rPr>
              <a:t>CAPA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</a:t>
            </a:r>
            <a:r>
              <a:rPr lang="en-GB" altLang="en-US">
                <a:sym typeface="+mn-ea"/>
              </a:rPr>
              <a:t>                              </a:t>
            </a:r>
            <a:r>
              <a:rPr lang="en-US" altLang="en-GB">
                <a:sym typeface="+mn-ea"/>
              </a:rPr>
              <a:t> </a:t>
            </a:r>
            <a:r>
              <a:rPr lang="en-US" altLang="en-US">
                <a:sym typeface="+mn-ea"/>
              </a:rPr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</a:t>
            </a:r>
            <a:r>
              <a:rPr lang="en-US" altLang="en-GB">
                <a:sym typeface="+mn-ea"/>
              </a:rPr>
              <a:t>Solution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 </a:t>
            </a:r>
            <a:r>
              <a:rPr lang="en-GB" altLang="en-US">
                <a:sym typeface="+mn-ea"/>
              </a:rPr>
              <a:t>                              </a:t>
            </a:r>
            <a:r>
              <a:rPr lang="en-US" altLang="en-GB">
                <a:sym typeface="+mn-ea"/>
              </a:rPr>
              <a:t>  </a:t>
            </a:r>
            <a:r>
              <a:rPr lang="en-US" altLang="en-US">
                <a:sym typeface="+mn-ea"/>
              </a:rPr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  </a:t>
            </a:r>
            <a:r>
              <a:rPr lang="en-US" altLang="en-GB">
                <a:sym typeface="+mn-ea"/>
              </a:rPr>
              <a:t>Record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FLOWCHARTS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GB"/>
              <a:t>2</a:t>
            </a:r>
            <a:r>
              <a:rPr lang="en-GB" altLang="en-US"/>
              <a:t>  </a:t>
            </a:r>
            <a:r>
              <a:rPr lang="en-US" altLang="en-GB"/>
              <a:t>API Flow</a:t>
            </a:r>
            <a:r>
              <a:rPr lang="en-GB" altLang="en-US"/>
              <a:t>: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                                  </a:t>
            </a:r>
            <a:r>
              <a:rPr lang="en-US" altLang="en-GB"/>
              <a:t>API Issue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</a:t>
            </a:r>
            <a:r>
              <a:rPr lang="en-GB" altLang="en-US"/>
              <a:t>                                  </a:t>
            </a:r>
            <a:r>
              <a:rPr lang="en-US" altLang="en-GB"/>
              <a:t> </a:t>
            </a:r>
            <a:r>
              <a:rPr lang="en-GB" altLang="en-US"/>
              <a:t>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          </a:t>
            </a:r>
            <a:r>
              <a:rPr lang="en-US" altLang="en-GB"/>
              <a:t>Quality Check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GB" altLang="en-US"/>
              <a:t>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       </a:t>
            </a:r>
            <a:r>
              <a:rPr lang="en-US" altLang="en-GB"/>
              <a:t>Deviation Created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GB" altLang="en-US"/>
              <a:t>                                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              </a:t>
            </a:r>
            <a:r>
              <a:rPr lang="en-US" altLang="en-GB"/>
              <a:t>CAPA Applied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</a:t>
            </a:r>
            <a:r>
              <a:rPr lang="en-GB" altLang="en-US"/>
              <a:t>                                    </a:t>
            </a:r>
            <a:r>
              <a:rPr lang="en-US" altLang="en-GB"/>
              <a:t>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          </a:t>
            </a:r>
            <a:r>
              <a:rPr lang="en-US" altLang="en-GB"/>
              <a:t>Process Improved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FLOWCHARTS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170" y="1212215"/>
            <a:ext cx="8229600" cy="6076950"/>
          </a:xfrm>
        </p:spPr>
        <p:txBody>
          <a:bodyPr>
            <a:normAutofit lnSpcReduction="20000"/>
          </a:bodyPr>
          <a:p>
            <a:r>
              <a:rPr lang="en-US" altLang="en-GB"/>
              <a:t>3 Raw Material Flow</a:t>
            </a:r>
            <a:endParaRPr lang="en-US" altLang="en-GB"/>
          </a:p>
          <a:p>
            <a:pPr marL="0" indent="0">
              <a:buNone/>
            </a:pPr>
            <a:r>
              <a:rPr lang="en-GB" altLang="en-US"/>
              <a:t>                </a:t>
            </a:r>
            <a:r>
              <a:rPr lang="en-US" altLang="en-GB"/>
              <a:t>Raw Material Issue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GB" altLang="en-US"/>
              <a:t>                     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</a:t>
            </a:r>
            <a:r>
              <a:rPr lang="en-US" altLang="en-GB"/>
              <a:t>Supplier Check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GB" altLang="en-US"/>
              <a:t>                     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</a:t>
            </a:r>
            <a:r>
              <a:rPr lang="en-US" altLang="en-GB"/>
              <a:t>Complaint Raised</a:t>
            </a:r>
            <a:endParaRPr lang="en-US" altLang="en-GB"/>
          </a:p>
          <a:p>
            <a:pPr marL="0" indent="0">
              <a:buNone/>
            </a:pPr>
            <a:r>
              <a:rPr lang="en-GB" altLang="en-US"/>
              <a:t>                      </a:t>
            </a:r>
            <a:r>
              <a:rPr lang="en-US" altLang="en-GB"/>
              <a:t>  </a:t>
            </a:r>
            <a:r>
              <a:rPr lang="en-GB" altLang="en-US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GB" altLang="en-US"/>
              <a:t>                  </a:t>
            </a:r>
            <a:r>
              <a:rPr lang="en-US" altLang="en-GB"/>
              <a:t>Material Replaced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r>
              <a:rPr lang="en-GB" altLang="en-US"/>
              <a:t>                           </a:t>
            </a:r>
            <a:r>
              <a:rPr lang="en-US" altLang="en-US"/>
              <a:t>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GB" altLang="en-US"/>
              <a:t>                   </a:t>
            </a:r>
            <a:r>
              <a:rPr lang="en-US" altLang="en-GB"/>
              <a:t>Record Updated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QMS improves quality</a:t>
            </a:r>
          </a:p>
          <a:p>
            <a:r>
              <a:t>Important in life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WPS Presentation</Application>
  <PresentationFormat>On-screen Show (4:3)</PresentationFormat>
  <Paragraphs>131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Office Theme</vt:lpstr>
      <vt:lpstr>QMS Module in Life Science</vt:lpstr>
      <vt:lpstr>What is QMS?</vt:lpstr>
      <vt:lpstr>QMS Modules</vt:lpstr>
      <vt:lpstr>In-Process Quality</vt:lpstr>
      <vt:lpstr>Deviation</vt:lpstr>
      <vt:lpstr>CAPA</vt:lpstr>
      <vt:lpstr>In-Product Quality</vt:lpstr>
      <vt:lpstr>Product Complaint</vt:lpstr>
      <vt:lpstr>Recall</vt:lpstr>
      <vt:lpstr>Adverse Event</vt:lpstr>
      <vt:lpstr>Supplier Management</vt:lpstr>
      <vt:lpstr>API Example</vt:lpstr>
      <vt:lpstr>Raw Material Example</vt:lpstr>
      <vt:lpstr>Roles</vt:lpstr>
      <vt:lpstr>Process Flow</vt:lpstr>
      <vt:lpstr>PowerPoint 演示文稿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Neha nema</cp:lastModifiedBy>
  <cp:revision>2</cp:revision>
  <dcterms:created xsi:type="dcterms:W3CDTF">2013-01-27T09:14:00Z</dcterms:created>
  <dcterms:modified xsi:type="dcterms:W3CDTF">2026-03-17T14:35:59Z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BFE698F0E0E0455FB44D6244C24A24D8_13</vt:lpwstr>
  </property>
  <property fmtid="{D5CDD505-2E9C-101B-9397-08002B2CF9AE}" pid="3" name="KSOProductBuildVer">
    <vt:lpwstr>2057-12.2.0.23196</vt:lpwstr>
  </property>
</Properties>
</file>